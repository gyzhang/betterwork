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latin typeface="Microsoft YaHei"/>
              </a:rPr>
              <a:t>季度经营回顾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latin typeface="Microsoft YaHei"/>
              </a:rPr>
              <a:t>一、收入结构持续改善</a:t>
            </a:r>
          </a:p>
          <a:p>
            <a:r>
              <a:rPr sz="2200" b="0">
                <a:latin typeface="Microsoft YaHei"/>
              </a:rPr>
              <a:t>二、交付效率提升明显</a:t>
            </a:r>
          </a:p>
          <a:p>
            <a:r>
              <a:rPr sz="2200" b="0">
                <a:latin typeface="Microsoft YaHei"/>
              </a:rPr>
              <a:t>三、下季度重点：规模化复制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latin typeface="SimHei"/>
              </a:rPr>
              <a:t>黑体标题与宋体正文混排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latin typeface="SimSun"/>
              </a:rPr>
              <a:t>标题用黑体，正文用宋体，用于验证两种字体名都能映射到随包字体。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