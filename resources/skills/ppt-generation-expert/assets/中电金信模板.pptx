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258" r:id="rId2"/>
    <p:sldId id="8876" r:id="rId3"/>
    <p:sldId id="8875" r:id="rId4"/>
    <p:sldId id="8869" r:id="rId5"/>
    <p:sldId id="8871" r:id="rId6"/>
    <p:sldId id="8877" r:id="rId7"/>
    <p:sldId id="8872" r:id="rId8"/>
    <p:sldId id="8870" r:id="rId9"/>
    <p:sldId id="8868" r:id="rId10"/>
    <p:sldId id="2359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ayne Liu" initials="WL" lastIdx="22" clrIdx="0">
    <p:extLst>
      <p:ext uri="{19B8F6BF-5375-455C-9EA6-DF929625EA0E}">
        <p15:presenceInfo xmlns:p15="http://schemas.microsoft.com/office/powerpoint/2012/main" userId="Wayne Liu" providerId="None"/>
      </p:ext>
    </p:extLst>
  </p:cmAuthor>
  <p:cmAuthor id="2" name="Rong,Wensheng" initials="R" lastIdx="2" clrIdx="1">
    <p:extLst>
      <p:ext uri="{19B8F6BF-5375-455C-9EA6-DF929625EA0E}">
        <p15:presenceInfo xmlns:p15="http://schemas.microsoft.com/office/powerpoint/2012/main" userId="S::wensheng.rong@pactera.com::bc8319f3-3279-45bf-817d-ebd955bd773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F203D"/>
    <a:srgbClr val="002968"/>
    <a:srgbClr val="004699"/>
    <a:srgbClr val="104484"/>
    <a:srgbClr val="F1F2F5"/>
    <a:srgbClr val="DFEAFB"/>
    <a:srgbClr val="00379C"/>
    <a:srgbClr val="EEF3FE"/>
    <a:srgbClr val="EBEBF0"/>
    <a:srgbClr val="73A3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9"/>
    <p:restoredTop sz="95073"/>
  </p:normalViewPr>
  <p:slideViewPr>
    <p:cSldViewPr snapToGrid="0" snapToObjects="1">
      <p:cViewPr varScale="1">
        <p:scale>
          <a:sx n="109" d="100"/>
          <a:sy n="109" d="100"/>
        </p:scale>
        <p:origin x="200" y="520"/>
      </p:cViewPr>
      <p:guideLst/>
    </p:cSldViewPr>
  </p:slideViewPr>
  <p:notesTextViewPr>
    <p:cViewPr>
      <p:scale>
        <a:sx n="60" d="100"/>
        <a:sy n="6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91AE53-4A8D-7E46-8778-97F32E0FFA02}" type="datetimeFigureOut">
              <a:rPr kumimoji="1" lang="zh-CN" altLang="en-US" smtClean="0"/>
              <a:t>2024/8/26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B9AF1F-BCFF-3A43-BA45-45077E4B5FE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23671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AEFEC959-4DD9-8743-9790-A15F360A42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任意形状 11">
            <a:extLst>
              <a:ext uri="{FF2B5EF4-FFF2-40B4-BE49-F238E27FC236}">
                <a16:creationId xmlns:a16="http://schemas.microsoft.com/office/drawing/2014/main" id="{A44C00D5-4914-4D48-87DC-D3DD43AD154C}"/>
              </a:ext>
            </a:extLst>
          </p:cNvPr>
          <p:cNvSpPr/>
          <p:nvPr userDrawn="1"/>
        </p:nvSpPr>
        <p:spPr>
          <a:xfrm>
            <a:off x="0" y="0"/>
            <a:ext cx="4043995" cy="2072054"/>
          </a:xfrm>
          <a:custGeom>
            <a:avLst/>
            <a:gdLst>
              <a:gd name="connsiteX0" fmla="*/ 0 w 4043995"/>
              <a:gd name="connsiteY0" fmla="*/ 0 h 2072054"/>
              <a:gd name="connsiteX1" fmla="*/ 4043995 w 4043995"/>
              <a:gd name="connsiteY1" fmla="*/ 0 h 2072054"/>
              <a:gd name="connsiteX2" fmla="*/ 2129342 w 4043995"/>
              <a:gd name="connsiteY2" fmla="*/ 1914653 h 2072054"/>
              <a:gd name="connsiteX3" fmla="*/ 1369339 w 4043995"/>
              <a:gd name="connsiteY3" fmla="*/ 1914653 h 2072054"/>
              <a:gd name="connsiteX4" fmla="*/ 0 w 4043995"/>
              <a:gd name="connsiteY4" fmla="*/ 545313 h 2072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43995" h="2072054">
                <a:moveTo>
                  <a:pt x="0" y="0"/>
                </a:moveTo>
                <a:lnTo>
                  <a:pt x="4043995" y="0"/>
                </a:lnTo>
                <a:lnTo>
                  <a:pt x="2129342" y="1914653"/>
                </a:lnTo>
                <a:cubicBezTo>
                  <a:pt x="1919474" y="2124521"/>
                  <a:pt x="1579208" y="2124521"/>
                  <a:pt x="1369339" y="1914653"/>
                </a:cubicBezTo>
                <a:lnTo>
                  <a:pt x="0" y="54531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D3F1FB2-7552-EC4B-96A4-C3B5CA8AD2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726" y="2428931"/>
            <a:ext cx="10802421" cy="923330"/>
          </a:xfrm>
        </p:spPr>
        <p:txBody>
          <a:bodyPr wrap="square" anchor="ctr" anchorCtr="0">
            <a:spAutoFit/>
          </a:bodyPr>
          <a:lstStyle>
            <a:lvl1pPr algn="l">
              <a:lnSpc>
                <a:spcPct val="100000"/>
              </a:lnSpc>
              <a:defRPr sz="54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ADA3F9F-852D-C545-AB06-AF8B595741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726" y="3454529"/>
            <a:ext cx="10802421" cy="407227"/>
          </a:xfrm>
        </p:spPr>
        <p:txBody>
          <a:bodyPr wrap="square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dirty="0"/>
              <a:t>单击此处编辑母版副标题样式</a:t>
            </a:r>
            <a:endParaRPr kumimoji="1" lang="en-US" altLang="zh-CN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B44A423-6346-D24F-AD06-46B9C63AB95A}"/>
              </a:ext>
            </a:extLst>
          </p:cNvPr>
          <p:cNvSpPr txBox="1"/>
          <p:nvPr userDrawn="1"/>
        </p:nvSpPr>
        <p:spPr>
          <a:xfrm>
            <a:off x="766726" y="6097594"/>
            <a:ext cx="4349477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/>
            <a:r>
              <a:rPr lang="zh-CN" altLang="en-US" sz="1400" b="0" i="0" kern="1200" spc="600" baseline="0" dirty="0">
                <a:solidFill>
                  <a:schemeClr val="accent2">
                    <a:lumMod val="60000"/>
                    <a:lumOff val="40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数智科技成就美好世界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3DA8149-35DB-F842-8A58-D8BA70E5BFF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539782" y="5359423"/>
            <a:ext cx="1029365" cy="102936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D2184CF-EC3A-2D40-8D98-866B351D087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63849" y="739405"/>
            <a:ext cx="2191230" cy="383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985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AEFEC959-4DD9-8743-9790-A15F360A42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DD3F1FB2-7552-EC4B-96A4-C3B5CA8AD2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726" y="2837562"/>
            <a:ext cx="10802421" cy="923330"/>
          </a:xfrm>
        </p:spPr>
        <p:txBody>
          <a:bodyPr wrap="square" anchor="ctr" anchorCtr="0">
            <a:spAutoFit/>
          </a:bodyPr>
          <a:lstStyle>
            <a:lvl1pPr algn="l">
              <a:lnSpc>
                <a:spcPct val="100000"/>
              </a:lnSpc>
              <a:defRPr sz="54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B44A423-6346-D24F-AD06-46B9C63AB95A}"/>
              </a:ext>
            </a:extLst>
          </p:cNvPr>
          <p:cNvSpPr txBox="1"/>
          <p:nvPr userDrawn="1"/>
        </p:nvSpPr>
        <p:spPr>
          <a:xfrm>
            <a:off x="766726" y="6097594"/>
            <a:ext cx="4349477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/>
            <a:r>
              <a:rPr lang="zh-CN" altLang="en-US" sz="1400" b="0" i="0" kern="1200" spc="600" baseline="0" dirty="0">
                <a:solidFill>
                  <a:schemeClr val="accent2">
                    <a:lumMod val="60000"/>
                    <a:lumOff val="40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销售热线：</a:t>
            </a:r>
            <a:r>
              <a:rPr lang="en-US" altLang="zh-CN" sz="1400" b="0" i="0" kern="1200" spc="600" baseline="0" dirty="0">
                <a:solidFill>
                  <a:schemeClr val="accent2">
                    <a:lumMod val="60000"/>
                    <a:lumOff val="40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400-020-9900</a:t>
            </a:r>
            <a:endParaRPr lang="zh-CN" altLang="en-US" sz="1400" b="0" i="0" kern="1200" spc="600" baseline="0" dirty="0">
              <a:solidFill>
                <a:schemeClr val="accent2">
                  <a:lumMod val="60000"/>
                  <a:lumOff val="40000"/>
                </a:schemeClr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3DA8149-35DB-F842-8A58-D8BA70E5BFF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539782" y="5359423"/>
            <a:ext cx="1029365" cy="1029365"/>
          </a:xfrm>
          <a:prstGeom prst="rect">
            <a:avLst/>
          </a:prstGeom>
        </p:spPr>
      </p:pic>
      <p:sp>
        <p:nvSpPr>
          <p:cNvPr id="9" name="任意形状 8">
            <a:extLst>
              <a:ext uri="{FF2B5EF4-FFF2-40B4-BE49-F238E27FC236}">
                <a16:creationId xmlns:a16="http://schemas.microsoft.com/office/drawing/2014/main" id="{CC462BD3-AED7-C446-B4FA-F0DB5850C9C3}"/>
              </a:ext>
            </a:extLst>
          </p:cNvPr>
          <p:cNvSpPr/>
          <p:nvPr userDrawn="1"/>
        </p:nvSpPr>
        <p:spPr>
          <a:xfrm>
            <a:off x="0" y="0"/>
            <a:ext cx="4043995" cy="2072054"/>
          </a:xfrm>
          <a:custGeom>
            <a:avLst/>
            <a:gdLst>
              <a:gd name="connsiteX0" fmla="*/ 0 w 4043995"/>
              <a:gd name="connsiteY0" fmla="*/ 0 h 2072054"/>
              <a:gd name="connsiteX1" fmla="*/ 4043995 w 4043995"/>
              <a:gd name="connsiteY1" fmla="*/ 0 h 2072054"/>
              <a:gd name="connsiteX2" fmla="*/ 2129342 w 4043995"/>
              <a:gd name="connsiteY2" fmla="*/ 1914653 h 2072054"/>
              <a:gd name="connsiteX3" fmla="*/ 1369339 w 4043995"/>
              <a:gd name="connsiteY3" fmla="*/ 1914653 h 2072054"/>
              <a:gd name="connsiteX4" fmla="*/ 0 w 4043995"/>
              <a:gd name="connsiteY4" fmla="*/ 545313 h 2072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43995" h="2072054">
                <a:moveTo>
                  <a:pt x="0" y="0"/>
                </a:moveTo>
                <a:lnTo>
                  <a:pt x="4043995" y="0"/>
                </a:lnTo>
                <a:lnTo>
                  <a:pt x="2129342" y="1914653"/>
                </a:lnTo>
                <a:cubicBezTo>
                  <a:pt x="1919474" y="2124521"/>
                  <a:pt x="1579208" y="2124521"/>
                  <a:pt x="1369339" y="1914653"/>
                </a:cubicBezTo>
                <a:lnTo>
                  <a:pt x="0" y="54531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0B8E8A8-49C1-6B4B-ABE9-2C53D6F42AD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63849" y="739405"/>
            <a:ext cx="2191230" cy="383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421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AEFEC959-4DD9-8743-9790-A15F360A42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DD3F1FB2-7552-EC4B-96A4-C3B5CA8AD2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726" y="2663884"/>
            <a:ext cx="8754645" cy="923330"/>
          </a:xfrm>
        </p:spPr>
        <p:txBody>
          <a:bodyPr wrap="square" anchor="ctr" anchorCtr="0">
            <a:spAutoFit/>
          </a:bodyPr>
          <a:lstStyle>
            <a:lvl1pPr algn="l">
              <a:lnSpc>
                <a:spcPct val="100000"/>
              </a:lnSpc>
              <a:defRPr sz="4800" b="1" i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B44BE66-04CE-F64E-849C-314D51A8C43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3849" y="739405"/>
            <a:ext cx="2191230" cy="383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704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_内容_底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A70C98D1-0C56-FE4F-8AA3-5D2D1A0723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标题 3">
            <a:extLst>
              <a:ext uri="{FF2B5EF4-FFF2-40B4-BE49-F238E27FC236}">
                <a16:creationId xmlns:a16="http://schemas.microsoft.com/office/drawing/2014/main" id="{975C2BF4-5823-3244-A4DD-17B4307D1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227" y="552140"/>
            <a:ext cx="11469235" cy="533223"/>
          </a:xfrm>
        </p:spPr>
        <p:txBody>
          <a:bodyPr anchor="b" anchorCtr="0">
            <a:spAutoFit/>
          </a:bodyPr>
          <a:lstStyle>
            <a:lvl1pPr>
              <a:lnSpc>
                <a:spcPct val="110000"/>
              </a:lnSpc>
              <a:defRPr sz="2800" b="1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3050B0D-A28B-3041-BBE7-5D51B31CFDCA}"/>
              </a:ext>
            </a:extLst>
          </p:cNvPr>
          <p:cNvSpPr/>
          <p:nvPr userDrawn="1"/>
        </p:nvSpPr>
        <p:spPr>
          <a:xfrm>
            <a:off x="0" y="1098809"/>
            <a:ext cx="783771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5414B48-AB20-0240-A1A5-BB7CB6676315}"/>
              </a:ext>
            </a:extLst>
          </p:cNvPr>
          <p:cNvSpPr>
            <a:spLocks noGrp="1"/>
          </p:cNvSpPr>
          <p:nvPr userDrawn="1">
            <p:ph type="body" sz="quarter" idx="11"/>
          </p:nvPr>
        </p:nvSpPr>
        <p:spPr>
          <a:xfrm>
            <a:off x="487017" y="1243013"/>
            <a:ext cx="11214446" cy="5068887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0"/>
              </a:spcAft>
              <a:buNone/>
              <a:defRPr sz="2000"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60000" indent="0">
              <a:lnSpc>
                <a:spcPct val="130000"/>
              </a:lnSpc>
              <a:spcAft>
                <a:spcPts val="0"/>
              </a:spcAft>
              <a:buNone/>
              <a:defRPr sz="1800"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720000" indent="0">
              <a:lnSpc>
                <a:spcPct val="130000"/>
              </a:lnSpc>
              <a:spcAft>
                <a:spcPts val="0"/>
              </a:spcAft>
              <a:buNone/>
              <a:defRPr sz="1600"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080000" indent="0">
              <a:lnSpc>
                <a:spcPct val="130000"/>
              </a:lnSpc>
              <a:spcAft>
                <a:spcPts val="0"/>
              </a:spcAft>
              <a:buNone/>
              <a:defRPr sz="1400"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440000" indent="0">
              <a:lnSpc>
                <a:spcPct val="130000"/>
              </a:lnSpc>
              <a:spcAft>
                <a:spcPts val="0"/>
              </a:spcAft>
              <a:buNone/>
              <a:defRPr sz="1400"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5A05F2B8-7F46-0F42-A48F-A7B093CE0B35}"/>
              </a:ext>
            </a:extLst>
          </p:cNvPr>
          <p:cNvGrpSpPr/>
          <p:nvPr userDrawn="1"/>
        </p:nvGrpSpPr>
        <p:grpSpPr>
          <a:xfrm>
            <a:off x="9972574" y="2"/>
            <a:ext cx="2209801" cy="427606"/>
            <a:chOff x="9982199" y="2"/>
            <a:chExt cx="2209801" cy="427606"/>
          </a:xfrm>
        </p:grpSpPr>
        <p:sp>
          <p:nvSpPr>
            <p:cNvPr id="16" name="任意形状 15">
              <a:extLst>
                <a:ext uri="{FF2B5EF4-FFF2-40B4-BE49-F238E27FC236}">
                  <a16:creationId xmlns:a16="http://schemas.microsoft.com/office/drawing/2014/main" id="{AD4172FF-52EF-9644-BE99-E44213CB3215}"/>
                </a:ext>
              </a:extLst>
            </p:cNvPr>
            <p:cNvSpPr/>
            <p:nvPr userDrawn="1"/>
          </p:nvSpPr>
          <p:spPr>
            <a:xfrm rot="5400000">
              <a:off x="10873297" y="-891096"/>
              <a:ext cx="427606" cy="2209801"/>
            </a:xfrm>
            <a:custGeom>
              <a:avLst/>
              <a:gdLst>
                <a:gd name="connsiteX0" fmla="*/ 0 w 464885"/>
                <a:gd name="connsiteY0" fmla="*/ 1618273 h 2083158"/>
                <a:gd name="connsiteX1" fmla="*/ 0 w 464885"/>
                <a:gd name="connsiteY1" fmla="*/ 0 h 2083158"/>
                <a:gd name="connsiteX2" fmla="*/ 464885 w 464885"/>
                <a:gd name="connsiteY2" fmla="*/ 0 h 2083158"/>
                <a:gd name="connsiteX3" fmla="*/ 464885 w 464885"/>
                <a:gd name="connsiteY3" fmla="*/ 2083158 h 208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4885" h="2083158">
                  <a:moveTo>
                    <a:pt x="0" y="1618273"/>
                  </a:moveTo>
                  <a:lnTo>
                    <a:pt x="0" y="0"/>
                  </a:lnTo>
                  <a:lnTo>
                    <a:pt x="464885" y="0"/>
                  </a:lnTo>
                  <a:lnTo>
                    <a:pt x="464885" y="2083158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87474CA9-5820-FA49-87EB-62A7A39D3E7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0552816" y="94952"/>
              <a:ext cx="1459423" cy="2555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48138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_底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A70C98D1-0C56-FE4F-8AA3-5D2D1A0723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F3050B0D-A28B-3041-BBE7-5D51B31CFDCA}"/>
              </a:ext>
            </a:extLst>
          </p:cNvPr>
          <p:cNvSpPr/>
          <p:nvPr userDrawn="1"/>
        </p:nvSpPr>
        <p:spPr>
          <a:xfrm>
            <a:off x="0" y="1098809"/>
            <a:ext cx="783771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3">
            <a:extLst>
              <a:ext uri="{FF2B5EF4-FFF2-40B4-BE49-F238E27FC236}">
                <a16:creationId xmlns:a16="http://schemas.microsoft.com/office/drawing/2014/main" id="{85A1BBC5-9200-E243-9222-6DDDAFEE6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227" y="552140"/>
            <a:ext cx="11469235" cy="533223"/>
          </a:xfrm>
        </p:spPr>
        <p:txBody>
          <a:bodyPr anchor="b" anchorCtr="0">
            <a:spAutoFit/>
          </a:bodyPr>
          <a:lstStyle>
            <a:lvl1pPr>
              <a:lnSpc>
                <a:spcPct val="110000"/>
              </a:lnSpc>
              <a:defRPr sz="2800" b="1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13DCBD05-EB59-DC24-BA18-1C431E22BCC3}"/>
              </a:ext>
            </a:extLst>
          </p:cNvPr>
          <p:cNvGrpSpPr/>
          <p:nvPr userDrawn="1"/>
        </p:nvGrpSpPr>
        <p:grpSpPr>
          <a:xfrm>
            <a:off x="9972574" y="2"/>
            <a:ext cx="2209801" cy="427606"/>
            <a:chOff x="9982199" y="2"/>
            <a:chExt cx="2209801" cy="427606"/>
          </a:xfrm>
        </p:grpSpPr>
        <p:sp>
          <p:nvSpPr>
            <p:cNvPr id="3" name="任意形状 2">
              <a:extLst>
                <a:ext uri="{FF2B5EF4-FFF2-40B4-BE49-F238E27FC236}">
                  <a16:creationId xmlns:a16="http://schemas.microsoft.com/office/drawing/2014/main" id="{E138C1FA-5C01-093A-ABF3-6ADEE8B3E6BB}"/>
                </a:ext>
              </a:extLst>
            </p:cNvPr>
            <p:cNvSpPr/>
            <p:nvPr userDrawn="1"/>
          </p:nvSpPr>
          <p:spPr>
            <a:xfrm rot="5400000">
              <a:off x="10873297" y="-891096"/>
              <a:ext cx="427606" cy="2209801"/>
            </a:xfrm>
            <a:custGeom>
              <a:avLst/>
              <a:gdLst>
                <a:gd name="connsiteX0" fmla="*/ 0 w 464885"/>
                <a:gd name="connsiteY0" fmla="*/ 1618273 h 2083158"/>
                <a:gd name="connsiteX1" fmla="*/ 0 w 464885"/>
                <a:gd name="connsiteY1" fmla="*/ 0 h 2083158"/>
                <a:gd name="connsiteX2" fmla="*/ 464885 w 464885"/>
                <a:gd name="connsiteY2" fmla="*/ 0 h 2083158"/>
                <a:gd name="connsiteX3" fmla="*/ 464885 w 464885"/>
                <a:gd name="connsiteY3" fmla="*/ 2083158 h 208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4885" h="2083158">
                  <a:moveTo>
                    <a:pt x="0" y="1618273"/>
                  </a:moveTo>
                  <a:lnTo>
                    <a:pt x="0" y="0"/>
                  </a:lnTo>
                  <a:lnTo>
                    <a:pt x="464885" y="0"/>
                  </a:lnTo>
                  <a:lnTo>
                    <a:pt x="464885" y="2083158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283F0316-DD51-4443-7C29-1E51E460CC7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0552816" y="94952"/>
              <a:ext cx="1459423" cy="2555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96149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_底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A84EB3F-9D0E-4D4A-B1A4-3F9C5B209AE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54E2F0D6-BB11-46EA-B0A2-26E50EE0F8DC}"/>
              </a:ext>
            </a:extLst>
          </p:cNvPr>
          <p:cNvGrpSpPr/>
          <p:nvPr userDrawn="1"/>
        </p:nvGrpSpPr>
        <p:grpSpPr>
          <a:xfrm>
            <a:off x="9972574" y="2"/>
            <a:ext cx="2209801" cy="427606"/>
            <a:chOff x="9982199" y="2"/>
            <a:chExt cx="2209801" cy="427606"/>
          </a:xfrm>
        </p:grpSpPr>
        <p:sp>
          <p:nvSpPr>
            <p:cNvPr id="3" name="任意形状 2">
              <a:extLst>
                <a:ext uri="{FF2B5EF4-FFF2-40B4-BE49-F238E27FC236}">
                  <a16:creationId xmlns:a16="http://schemas.microsoft.com/office/drawing/2014/main" id="{3B4D5EF3-4DB6-9494-B30A-CB68DEBB4684}"/>
                </a:ext>
              </a:extLst>
            </p:cNvPr>
            <p:cNvSpPr/>
            <p:nvPr userDrawn="1"/>
          </p:nvSpPr>
          <p:spPr>
            <a:xfrm rot="5400000">
              <a:off x="10873297" y="-891096"/>
              <a:ext cx="427606" cy="2209801"/>
            </a:xfrm>
            <a:custGeom>
              <a:avLst/>
              <a:gdLst>
                <a:gd name="connsiteX0" fmla="*/ 0 w 464885"/>
                <a:gd name="connsiteY0" fmla="*/ 1618273 h 2083158"/>
                <a:gd name="connsiteX1" fmla="*/ 0 w 464885"/>
                <a:gd name="connsiteY1" fmla="*/ 0 h 2083158"/>
                <a:gd name="connsiteX2" fmla="*/ 464885 w 464885"/>
                <a:gd name="connsiteY2" fmla="*/ 0 h 2083158"/>
                <a:gd name="connsiteX3" fmla="*/ 464885 w 464885"/>
                <a:gd name="connsiteY3" fmla="*/ 2083158 h 208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4885" h="2083158">
                  <a:moveTo>
                    <a:pt x="0" y="1618273"/>
                  </a:moveTo>
                  <a:lnTo>
                    <a:pt x="0" y="0"/>
                  </a:lnTo>
                  <a:lnTo>
                    <a:pt x="464885" y="0"/>
                  </a:lnTo>
                  <a:lnTo>
                    <a:pt x="464885" y="2083158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88FB50FF-D17E-476D-2687-C5053C36B08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0552816" y="94952"/>
              <a:ext cx="1459423" cy="2555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26685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_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F3050B0D-A28B-3041-BBE7-5D51B31CFDCA}"/>
              </a:ext>
            </a:extLst>
          </p:cNvPr>
          <p:cNvSpPr/>
          <p:nvPr userDrawn="1"/>
        </p:nvSpPr>
        <p:spPr>
          <a:xfrm>
            <a:off x="0" y="1098809"/>
            <a:ext cx="783771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5414B48-AB20-0240-A1A5-BB7CB66763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7017" y="1243013"/>
            <a:ext cx="11214446" cy="5068887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0"/>
              </a:spcAft>
              <a:buNone/>
              <a:defRPr sz="2000"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60000" indent="0">
              <a:lnSpc>
                <a:spcPct val="130000"/>
              </a:lnSpc>
              <a:spcAft>
                <a:spcPts val="0"/>
              </a:spcAft>
              <a:buNone/>
              <a:defRPr sz="1800"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720000" indent="0">
              <a:lnSpc>
                <a:spcPct val="130000"/>
              </a:lnSpc>
              <a:spcAft>
                <a:spcPts val="0"/>
              </a:spcAft>
              <a:buNone/>
              <a:defRPr sz="1600"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080000" indent="0">
              <a:lnSpc>
                <a:spcPct val="130000"/>
              </a:lnSpc>
              <a:spcAft>
                <a:spcPts val="0"/>
              </a:spcAft>
              <a:buNone/>
              <a:defRPr sz="1400"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440000" indent="0">
              <a:lnSpc>
                <a:spcPct val="130000"/>
              </a:lnSpc>
              <a:spcAft>
                <a:spcPts val="0"/>
              </a:spcAft>
              <a:buNone/>
              <a:defRPr sz="1400"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8" name="标题 3">
            <a:extLst>
              <a:ext uri="{FF2B5EF4-FFF2-40B4-BE49-F238E27FC236}">
                <a16:creationId xmlns:a16="http://schemas.microsoft.com/office/drawing/2014/main" id="{C852DF13-8AE6-624D-9A66-E4F2DA624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227" y="552140"/>
            <a:ext cx="11469235" cy="533223"/>
          </a:xfrm>
        </p:spPr>
        <p:txBody>
          <a:bodyPr anchor="b" anchorCtr="0">
            <a:spAutoFit/>
          </a:bodyPr>
          <a:lstStyle>
            <a:lvl1pPr>
              <a:lnSpc>
                <a:spcPct val="110000"/>
              </a:lnSpc>
              <a:defRPr sz="2800" b="1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6FFEFC0C-3C09-C0BE-C386-32E824683567}"/>
              </a:ext>
            </a:extLst>
          </p:cNvPr>
          <p:cNvGrpSpPr/>
          <p:nvPr userDrawn="1"/>
        </p:nvGrpSpPr>
        <p:grpSpPr>
          <a:xfrm>
            <a:off x="9972574" y="2"/>
            <a:ext cx="2209801" cy="427606"/>
            <a:chOff x="9982199" y="2"/>
            <a:chExt cx="2209801" cy="427606"/>
          </a:xfrm>
        </p:grpSpPr>
        <p:sp>
          <p:nvSpPr>
            <p:cNvPr id="7" name="任意形状 6">
              <a:extLst>
                <a:ext uri="{FF2B5EF4-FFF2-40B4-BE49-F238E27FC236}">
                  <a16:creationId xmlns:a16="http://schemas.microsoft.com/office/drawing/2014/main" id="{9FE0AFC0-CCB0-5873-CD1B-A78545557EC4}"/>
                </a:ext>
              </a:extLst>
            </p:cNvPr>
            <p:cNvSpPr/>
            <p:nvPr userDrawn="1"/>
          </p:nvSpPr>
          <p:spPr>
            <a:xfrm rot="5400000">
              <a:off x="10873297" y="-891096"/>
              <a:ext cx="427606" cy="2209801"/>
            </a:xfrm>
            <a:custGeom>
              <a:avLst/>
              <a:gdLst>
                <a:gd name="connsiteX0" fmla="*/ 0 w 464885"/>
                <a:gd name="connsiteY0" fmla="*/ 1618273 h 2083158"/>
                <a:gd name="connsiteX1" fmla="*/ 0 w 464885"/>
                <a:gd name="connsiteY1" fmla="*/ 0 h 2083158"/>
                <a:gd name="connsiteX2" fmla="*/ 464885 w 464885"/>
                <a:gd name="connsiteY2" fmla="*/ 0 h 2083158"/>
                <a:gd name="connsiteX3" fmla="*/ 464885 w 464885"/>
                <a:gd name="connsiteY3" fmla="*/ 2083158 h 208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4885" h="2083158">
                  <a:moveTo>
                    <a:pt x="0" y="1618273"/>
                  </a:moveTo>
                  <a:lnTo>
                    <a:pt x="0" y="0"/>
                  </a:lnTo>
                  <a:lnTo>
                    <a:pt x="464885" y="0"/>
                  </a:lnTo>
                  <a:lnTo>
                    <a:pt x="464885" y="2083158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F8415925-55D0-B058-DD6E-14425D54C0B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0552816" y="94952"/>
              <a:ext cx="1459423" cy="2555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44193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F3050B0D-A28B-3041-BBE7-5D51B31CFDCA}"/>
              </a:ext>
            </a:extLst>
          </p:cNvPr>
          <p:cNvSpPr/>
          <p:nvPr userDrawn="1"/>
        </p:nvSpPr>
        <p:spPr>
          <a:xfrm>
            <a:off x="0" y="1098809"/>
            <a:ext cx="783771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3">
            <a:extLst>
              <a:ext uri="{FF2B5EF4-FFF2-40B4-BE49-F238E27FC236}">
                <a16:creationId xmlns:a16="http://schemas.microsoft.com/office/drawing/2014/main" id="{1EBAB990-E6E2-814D-AA4C-A7CAB61B0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227" y="552140"/>
            <a:ext cx="11469235" cy="533223"/>
          </a:xfrm>
        </p:spPr>
        <p:txBody>
          <a:bodyPr anchor="b" anchorCtr="0">
            <a:spAutoFit/>
          </a:bodyPr>
          <a:lstStyle>
            <a:lvl1pPr>
              <a:lnSpc>
                <a:spcPct val="110000"/>
              </a:lnSpc>
              <a:defRPr sz="2800" b="1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23A1FA9-6FCB-E520-1081-065AE1A82C4B}"/>
              </a:ext>
            </a:extLst>
          </p:cNvPr>
          <p:cNvGrpSpPr/>
          <p:nvPr userDrawn="1"/>
        </p:nvGrpSpPr>
        <p:grpSpPr>
          <a:xfrm>
            <a:off x="9972574" y="2"/>
            <a:ext cx="2209801" cy="427606"/>
            <a:chOff x="9982199" y="2"/>
            <a:chExt cx="2209801" cy="427606"/>
          </a:xfrm>
        </p:grpSpPr>
        <p:sp>
          <p:nvSpPr>
            <p:cNvPr id="3" name="任意形状 2">
              <a:extLst>
                <a:ext uri="{FF2B5EF4-FFF2-40B4-BE49-F238E27FC236}">
                  <a16:creationId xmlns:a16="http://schemas.microsoft.com/office/drawing/2014/main" id="{433D27A3-DD24-B9F5-6051-ABFE8E9E4674}"/>
                </a:ext>
              </a:extLst>
            </p:cNvPr>
            <p:cNvSpPr/>
            <p:nvPr userDrawn="1"/>
          </p:nvSpPr>
          <p:spPr>
            <a:xfrm rot="5400000">
              <a:off x="10873297" y="-891096"/>
              <a:ext cx="427606" cy="2209801"/>
            </a:xfrm>
            <a:custGeom>
              <a:avLst/>
              <a:gdLst>
                <a:gd name="connsiteX0" fmla="*/ 0 w 464885"/>
                <a:gd name="connsiteY0" fmla="*/ 1618273 h 2083158"/>
                <a:gd name="connsiteX1" fmla="*/ 0 w 464885"/>
                <a:gd name="connsiteY1" fmla="*/ 0 h 2083158"/>
                <a:gd name="connsiteX2" fmla="*/ 464885 w 464885"/>
                <a:gd name="connsiteY2" fmla="*/ 0 h 2083158"/>
                <a:gd name="connsiteX3" fmla="*/ 464885 w 464885"/>
                <a:gd name="connsiteY3" fmla="*/ 2083158 h 208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4885" h="2083158">
                  <a:moveTo>
                    <a:pt x="0" y="1618273"/>
                  </a:moveTo>
                  <a:lnTo>
                    <a:pt x="0" y="0"/>
                  </a:lnTo>
                  <a:lnTo>
                    <a:pt x="464885" y="0"/>
                  </a:lnTo>
                  <a:lnTo>
                    <a:pt x="464885" y="2083158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DE5EF5A0-7C52-8EFD-1181-83AC1C622C7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0552816" y="94952"/>
              <a:ext cx="1459423" cy="2555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9186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4B64C475-8555-7054-CE20-DDA4D045712D}"/>
              </a:ext>
            </a:extLst>
          </p:cNvPr>
          <p:cNvGrpSpPr/>
          <p:nvPr userDrawn="1"/>
        </p:nvGrpSpPr>
        <p:grpSpPr>
          <a:xfrm>
            <a:off x="9972574" y="2"/>
            <a:ext cx="2209801" cy="427606"/>
            <a:chOff x="9982199" y="2"/>
            <a:chExt cx="2209801" cy="427606"/>
          </a:xfrm>
        </p:grpSpPr>
        <p:sp>
          <p:nvSpPr>
            <p:cNvPr id="3" name="任意形状 2">
              <a:extLst>
                <a:ext uri="{FF2B5EF4-FFF2-40B4-BE49-F238E27FC236}">
                  <a16:creationId xmlns:a16="http://schemas.microsoft.com/office/drawing/2014/main" id="{5804BF58-ECB5-8DE3-18AF-F4CBD4C83CE8}"/>
                </a:ext>
              </a:extLst>
            </p:cNvPr>
            <p:cNvSpPr/>
            <p:nvPr userDrawn="1"/>
          </p:nvSpPr>
          <p:spPr>
            <a:xfrm rot="5400000">
              <a:off x="10873297" y="-891096"/>
              <a:ext cx="427606" cy="2209801"/>
            </a:xfrm>
            <a:custGeom>
              <a:avLst/>
              <a:gdLst>
                <a:gd name="connsiteX0" fmla="*/ 0 w 464885"/>
                <a:gd name="connsiteY0" fmla="*/ 1618273 h 2083158"/>
                <a:gd name="connsiteX1" fmla="*/ 0 w 464885"/>
                <a:gd name="connsiteY1" fmla="*/ 0 h 2083158"/>
                <a:gd name="connsiteX2" fmla="*/ 464885 w 464885"/>
                <a:gd name="connsiteY2" fmla="*/ 0 h 2083158"/>
                <a:gd name="connsiteX3" fmla="*/ 464885 w 464885"/>
                <a:gd name="connsiteY3" fmla="*/ 2083158 h 208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4885" h="2083158">
                  <a:moveTo>
                    <a:pt x="0" y="1618273"/>
                  </a:moveTo>
                  <a:lnTo>
                    <a:pt x="0" y="0"/>
                  </a:lnTo>
                  <a:lnTo>
                    <a:pt x="464885" y="0"/>
                  </a:lnTo>
                  <a:lnTo>
                    <a:pt x="464885" y="2083158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AC373910-8F4E-DBA2-5A58-F64AF500A87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0552816" y="94952"/>
              <a:ext cx="1459423" cy="2555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0494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logo全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1142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A3A2940-BC9A-DF49-844F-A1AD87E58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949F91C-158C-FE40-B5D6-F3B9BB5061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69FCA1-CD81-8F44-A03D-CD14C34C89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2A9A43-674D-D248-B5BB-6D577B7C09A1}" type="datetimeFigureOut">
              <a:rPr kumimoji="1" lang="zh-CN" altLang="en-US" smtClean="0"/>
              <a:t>2024/8/26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9FA92E-56DE-234C-AA70-F2C0638C82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C90407-C87C-5B44-9B0B-DE804A3073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798E54-548E-964E-BCC7-E1A3B3478CD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61578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6" r:id="rId2"/>
    <p:sldLayoutId id="2147483667" r:id="rId3"/>
    <p:sldLayoutId id="2147483671" r:id="rId4"/>
    <p:sldLayoutId id="2147483668" r:id="rId5"/>
    <p:sldLayoutId id="2147483669" r:id="rId6"/>
    <p:sldLayoutId id="2147483672" r:id="rId7"/>
    <p:sldLayoutId id="2147483664" r:id="rId8"/>
    <p:sldLayoutId id="2147483665" r:id="rId9"/>
    <p:sldLayoutId id="2147483673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88E3C7-4F8D-9D41-AE5C-B1BE609504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726" y="2838835"/>
            <a:ext cx="10802421" cy="923330"/>
          </a:xfrm>
        </p:spPr>
        <p:txBody>
          <a:bodyPr anchor="b" anchorCtr="0">
            <a:normAutofit/>
          </a:bodyPr>
          <a:lstStyle/>
          <a:p>
            <a:endParaRPr kumimoji="1"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96494BB-F00B-FB4E-8EB4-4EDA117C67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726" y="3864433"/>
            <a:ext cx="10802421" cy="407227"/>
          </a:xfrm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48191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17A832AD-D98F-5742-8B38-0CB6E1990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F77267-3B77-9741-820F-628F469442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zh-CN" altLang="en-US" dirty="0"/>
              <a:t>一级：</a:t>
            </a:r>
            <a:r>
              <a:rPr kumimoji="1" lang="en-US" altLang="zh-CN" dirty="0"/>
              <a:t>20</a:t>
            </a:r>
            <a:r>
              <a:rPr kumimoji="1" lang="zh-CN" altLang="en-US" dirty="0"/>
              <a:t>号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二级：</a:t>
            </a:r>
            <a:r>
              <a:rPr kumimoji="1" lang="en-US" altLang="zh-CN" dirty="0"/>
              <a:t>18</a:t>
            </a:r>
            <a:r>
              <a:rPr kumimoji="1" lang="zh-CN" altLang="en-US" dirty="0"/>
              <a:t>号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三级：</a:t>
            </a:r>
            <a:r>
              <a:rPr kumimoji="1" lang="en-US" altLang="zh-CN" dirty="0"/>
              <a:t>16</a:t>
            </a:r>
            <a:r>
              <a:rPr kumimoji="1" lang="zh-CN" altLang="en-US" dirty="0"/>
              <a:t>号</a:t>
            </a:r>
            <a:endParaRPr kumimoji="1" lang="en-US" altLang="zh-CN" dirty="0"/>
          </a:p>
          <a:p>
            <a:pPr lvl="3"/>
            <a:r>
              <a:rPr kumimoji="1" lang="zh-CN" altLang="en-US" dirty="0"/>
              <a:t>四级：</a:t>
            </a:r>
            <a:r>
              <a:rPr kumimoji="1" lang="en-US" altLang="zh-CN" dirty="0"/>
              <a:t>14</a:t>
            </a:r>
            <a:r>
              <a:rPr kumimoji="1" lang="zh-CN" altLang="en-US" dirty="0"/>
              <a:t>号</a:t>
            </a:r>
            <a:endParaRPr kumimoji="1" lang="en-US" altLang="zh-CN" dirty="0"/>
          </a:p>
          <a:p>
            <a:r>
              <a:rPr kumimoji="1" lang="zh-CN" altLang="en-US" dirty="0"/>
              <a:t>行间距：多倍行距，</a:t>
            </a:r>
            <a:r>
              <a:rPr kumimoji="1" lang="en-US" altLang="zh-CN" dirty="0"/>
              <a:t>1.3</a:t>
            </a:r>
            <a:r>
              <a:rPr kumimoji="1" lang="zh-CN" altLang="en-US" dirty="0"/>
              <a:t>倍</a:t>
            </a:r>
          </a:p>
        </p:txBody>
      </p:sp>
    </p:spTree>
    <p:extLst>
      <p:ext uri="{BB962C8B-B14F-4D97-AF65-F5344CB8AC3E}">
        <p14:creationId xmlns:p14="http://schemas.microsoft.com/office/powerpoint/2010/main" val="644451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2A123EB-3ABF-174E-A3E5-8EC689A0F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配色及辅助图形说明</a:t>
            </a:r>
          </a:p>
        </p:txBody>
      </p:sp>
      <p:sp>
        <p:nvSpPr>
          <p:cNvPr id="7" name="平行四边形 6">
            <a:extLst>
              <a:ext uri="{FF2B5EF4-FFF2-40B4-BE49-F238E27FC236}">
                <a16:creationId xmlns:a16="http://schemas.microsoft.com/office/drawing/2014/main" id="{192DF7A2-5872-984D-9696-40110F1DA59F}"/>
              </a:ext>
            </a:extLst>
          </p:cNvPr>
          <p:cNvSpPr/>
          <p:nvPr/>
        </p:nvSpPr>
        <p:spPr>
          <a:xfrm>
            <a:off x="2746420" y="4425925"/>
            <a:ext cx="2448827" cy="1173999"/>
          </a:xfrm>
          <a:prstGeom prst="parallelogram">
            <a:avLst>
              <a:gd name="adj" fmla="val 9996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EE65C89-F91E-ED4B-B6C4-DFBA5C10361F}"/>
              </a:ext>
            </a:extLst>
          </p:cNvPr>
          <p:cNvSpPr txBox="1"/>
          <p:nvPr/>
        </p:nvSpPr>
        <p:spPr>
          <a:xfrm>
            <a:off x="474905" y="2256532"/>
            <a:ext cx="73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主色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2296D30-F4EA-284D-9E95-F74AA2B367FB}"/>
              </a:ext>
            </a:extLst>
          </p:cNvPr>
          <p:cNvSpPr txBox="1"/>
          <p:nvPr/>
        </p:nvSpPr>
        <p:spPr>
          <a:xfrm>
            <a:off x="3632217" y="2256532"/>
            <a:ext cx="87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辅助色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00EA502-4CFA-6A49-A353-371AAA599A71}"/>
              </a:ext>
            </a:extLst>
          </p:cNvPr>
          <p:cNvSpPr/>
          <p:nvPr/>
        </p:nvSpPr>
        <p:spPr>
          <a:xfrm>
            <a:off x="1205905" y="1927515"/>
            <a:ext cx="1036418" cy="10364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4E28962-D337-2E4A-BFF9-00D3B218855F}"/>
              </a:ext>
            </a:extLst>
          </p:cNvPr>
          <p:cNvSpPr/>
          <p:nvPr/>
        </p:nvSpPr>
        <p:spPr>
          <a:xfrm>
            <a:off x="2356618" y="1927515"/>
            <a:ext cx="1036418" cy="10364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7E1F634-7D9D-D445-BA51-C75024CA9613}"/>
              </a:ext>
            </a:extLst>
          </p:cNvPr>
          <p:cNvSpPr/>
          <p:nvPr/>
        </p:nvSpPr>
        <p:spPr>
          <a:xfrm>
            <a:off x="4539267" y="1927515"/>
            <a:ext cx="1036418" cy="103641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D4113D1-1435-AB4A-9A69-5B15D84E6C28}"/>
              </a:ext>
            </a:extLst>
          </p:cNvPr>
          <p:cNvSpPr/>
          <p:nvPr/>
        </p:nvSpPr>
        <p:spPr>
          <a:xfrm>
            <a:off x="5719997" y="1927515"/>
            <a:ext cx="1036418" cy="10364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E795832-BB2B-9244-A12F-372C191F1A19}"/>
              </a:ext>
            </a:extLst>
          </p:cNvPr>
          <p:cNvSpPr/>
          <p:nvPr/>
        </p:nvSpPr>
        <p:spPr>
          <a:xfrm>
            <a:off x="6900726" y="1927515"/>
            <a:ext cx="1036418" cy="103641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EDB157D-9A05-4A49-AAF3-740169A38210}"/>
              </a:ext>
            </a:extLst>
          </p:cNvPr>
          <p:cNvSpPr/>
          <p:nvPr/>
        </p:nvSpPr>
        <p:spPr>
          <a:xfrm>
            <a:off x="8081456" y="1927515"/>
            <a:ext cx="1036418" cy="103641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8E18A6F-77C6-1441-9031-080D8FB72B7C}"/>
              </a:ext>
            </a:extLst>
          </p:cNvPr>
          <p:cNvSpPr txBox="1"/>
          <p:nvPr/>
        </p:nvSpPr>
        <p:spPr>
          <a:xfrm>
            <a:off x="1205905" y="2160384"/>
            <a:ext cx="731445" cy="625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R</a:t>
            </a:r>
            <a:r>
              <a:rPr kumimoji="1" lang="zh-CN" altLang="en-US" sz="1400" dirty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</a:t>
            </a:r>
            <a:r>
              <a:rPr kumimoji="1" lang="en-US" altLang="zh-CN" sz="1400" dirty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27</a:t>
            </a:r>
          </a:p>
          <a:p>
            <a:r>
              <a:rPr kumimoji="1" lang="en-US" altLang="zh-CN" sz="1400" dirty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G</a:t>
            </a:r>
            <a:r>
              <a:rPr kumimoji="1" lang="zh-CN" altLang="en-US" sz="1400" dirty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</a:t>
            </a:r>
            <a:r>
              <a:rPr kumimoji="1" lang="en-US" altLang="zh-CN" sz="1400" dirty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69</a:t>
            </a:r>
          </a:p>
          <a:p>
            <a:r>
              <a:rPr kumimoji="1" lang="en-US" altLang="zh-CN" sz="1400" dirty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B</a:t>
            </a:r>
            <a:r>
              <a:rPr kumimoji="1" lang="zh-CN" altLang="en-US" sz="1400" dirty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</a:t>
            </a:r>
            <a:r>
              <a:rPr kumimoji="1" lang="en-US" altLang="zh-CN" sz="1400" dirty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147</a:t>
            </a:r>
            <a:endParaRPr kumimoji="1" lang="zh-CN" altLang="en-US" sz="1400" dirty="0">
              <a:solidFill>
                <a:schemeClr val="bg1"/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F827180-8BBD-2F44-B811-FC5B166C624E}"/>
              </a:ext>
            </a:extLst>
          </p:cNvPr>
          <p:cNvSpPr txBox="1"/>
          <p:nvPr/>
        </p:nvSpPr>
        <p:spPr>
          <a:xfrm>
            <a:off x="2356618" y="2160384"/>
            <a:ext cx="731445" cy="625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R</a:t>
            </a:r>
            <a:r>
              <a:rPr kumimoji="1" lang="zh-CN" altLang="en-US" sz="1400" dirty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</a:t>
            </a:r>
            <a:r>
              <a:rPr kumimoji="1" lang="en-US" altLang="zh-CN" sz="1400" dirty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119</a:t>
            </a:r>
          </a:p>
          <a:p>
            <a:r>
              <a:rPr kumimoji="1" lang="en-US" altLang="zh-CN" sz="1400" dirty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G</a:t>
            </a:r>
            <a:r>
              <a:rPr kumimoji="1" lang="zh-CN" altLang="en-US" sz="1400" dirty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</a:t>
            </a:r>
            <a:r>
              <a:rPr kumimoji="1" lang="en-US" altLang="zh-CN" sz="1400" dirty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132</a:t>
            </a:r>
          </a:p>
          <a:p>
            <a:r>
              <a:rPr kumimoji="1" lang="en-US" altLang="zh-CN" sz="1400" dirty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B</a:t>
            </a:r>
            <a:r>
              <a:rPr kumimoji="1" lang="zh-CN" altLang="en-US" sz="1400" dirty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</a:t>
            </a:r>
            <a:r>
              <a:rPr kumimoji="1" lang="en-US" altLang="zh-CN" sz="1400" dirty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149</a:t>
            </a:r>
            <a:endParaRPr kumimoji="1" lang="zh-CN" altLang="en-US" sz="1400" dirty="0">
              <a:solidFill>
                <a:schemeClr val="bg1"/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21D212A-CC3B-2A44-852A-E865A9948152}"/>
              </a:ext>
            </a:extLst>
          </p:cNvPr>
          <p:cNvSpPr txBox="1"/>
          <p:nvPr/>
        </p:nvSpPr>
        <p:spPr>
          <a:xfrm>
            <a:off x="4543162" y="2160384"/>
            <a:ext cx="731445" cy="625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R</a:t>
            </a:r>
            <a:r>
              <a:rPr kumimoji="1" lang="zh-CN" altLang="en-US" sz="14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</a:t>
            </a:r>
            <a:r>
              <a:rPr kumimoji="1" lang="en-US" altLang="zh-CN" sz="14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228</a:t>
            </a:r>
          </a:p>
          <a:p>
            <a:r>
              <a:rPr kumimoji="1" lang="en-US" altLang="zh-CN" sz="14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G</a:t>
            </a:r>
            <a:r>
              <a:rPr kumimoji="1" lang="zh-CN" altLang="en-US" sz="14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</a:t>
            </a:r>
            <a:r>
              <a:rPr kumimoji="1" lang="en-US" altLang="zh-CN" sz="14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230</a:t>
            </a:r>
          </a:p>
          <a:p>
            <a:r>
              <a:rPr kumimoji="1" lang="en-US" altLang="zh-CN" sz="14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B</a:t>
            </a:r>
            <a:r>
              <a:rPr kumimoji="1" lang="zh-CN" altLang="en-US" sz="14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</a:t>
            </a:r>
            <a:r>
              <a:rPr kumimoji="1" lang="en-US" altLang="zh-CN" sz="14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234</a:t>
            </a:r>
            <a:endParaRPr kumimoji="1" lang="zh-CN" altLang="en-US" sz="1400" dirty="0"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75C18B9-5573-734C-9DC1-84694DF0B5C8}"/>
              </a:ext>
            </a:extLst>
          </p:cNvPr>
          <p:cNvSpPr txBox="1"/>
          <p:nvPr/>
        </p:nvSpPr>
        <p:spPr>
          <a:xfrm>
            <a:off x="5721541" y="2160384"/>
            <a:ext cx="731445" cy="625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R</a:t>
            </a:r>
            <a:r>
              <a:rPr kumimoji="1" lang="zh-CN" altLang="en-US" sz="1400" dirty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</a:t>
            </a:r>
            <a:r>
              <a:rPr kumimoji="1" lang="en-US" altLang="zh-CN" sz="1400" dirty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38</a:t>
            </a:r>
          </a:p>
          <a:p>
            <a:r>
              <a:rPr kumimoji="1" lang="en-US" altLang="zh-CN" sz="1400" dirty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G</a:t>
            </a:r>
            <a:r>
              <a:rPr kumimoji="1" lang="zh-CN" altLang="en-US" sz="1400" dirty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</a:t>
            </a:r>
            <a:r>
              <a:rPr kumimoji="1" lang="en-US" altLang="zh-CN" sz="1400" dirty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109</a:t>
            </a:r>
          </a:p>
          <a:p>
            <a:r>
              <a:rPr kumimoji="1" lang="en-US" altLang="zh-CN" sz="1400" dirty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B</a:t>
            </a:r>
            <a:r>
              <a:rPr kumimoji="1" lang="zh-CN" altLang="en-US" sz="1400" dirty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</a:t>
            </a:r>
            <a:r>
              <a:rPr kumimoji="1" lang="en-US" altLang="zh-CN" sz="1400" dirty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231</a:t>
            </a:r>
            <a:endParaRPr kumimoji="1" lang="zh-CN" altLang="en-US" sz="1400" dirty="0">
              <a:solidFill>
                <a:schemeClr val="bg1"/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FE0AD66-6C56-0148-B741-3EB1E270565D}"/>
              </a:ext>
            </a:extLst>
          </p:cNvPr>
          <p:cNvSpPr txBox="1"/>
          <p:nvPr/>
        </p:nvSpPr>
        <p:spPr>
          <a:xfrm>
            <a:off x="6899921" y="2160384"/>
            <a:ext cx="731445" cy="625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R</a:t>
            </a:r>
            <a:r>
              <a:rPr kumimoji="1" lang="zh-CN" altLang="en-US" sz="1400" dirty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</a:t>
            </a:r>
            <a:r>
              <a:rPr kumimoji="1" lang="en-US" altLang="zh-CN" sz="1400" dirty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0</a:t>
            </a:r>
          </a:p>
          <a:p>
            <a:r>
              <a:rPr kumimoji="1" lang="en-US" altLang="zh-CN" sz="1400" dirty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G</a:t>
            </a:r>
            <a:r>
              <a:rPr kumimoji="1" lang="zh-CN" altLang="en-US" sz="1400" dirty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</a:t>
            </a:r>
            <a:r>
              <a:rPr kumimoji="1" lang="en-US" altLang="zh-CN" sz="1400" dirty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211</a:t>
            </a:r>
          </a:p>
          <a:p>
            <a:r>
              <a:rPr kumimoji="1" lang="en-US" altLang="zh-CN" sz="1400" dirty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B</a:t>
            </a:r>
            <a:r>
              <a:rPr kumimoji="1" lang="zh-CN" altLang="en-US" sz="1400" dirty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</a:t>
            </a:r>
            <a:r>
              <a:rPr kumimoji="1" lang="en-US" altLang="zh-CN" sz="1400" dirty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228</a:t>
            </a:r>
            <a:endParaRPr kumimoji="1" lang="zh-CN" altLang="en-US" sz="1400" dirty="0">
              <a:solidFill>
                <a:schemeClr val="bg1"/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E23D4E0-E8A5-D54C-80D2-55EE284D038F}"/>
              </a:ext>
            </a:extLst>
          </p:cNvPr>
          <p:cNvSpPr txBox="1"/>
          <p:nvPr/>
        </p:nvSpPr>
        <p:spPr>
          <a:xfrm>
            <a:off x="8078301" y="2160384"/>
            <a:ext cx="731445" cy="625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R</a:t>
            </a:r>
            <a:r>
              <a:rPr kumimoji="1" lang="zh-CN" altLang="en-US" sz="1400" dirty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</a:t>
            </a:r>
            <a:r>
              <a:rPr kumimoji="1" lang="en-US" altLang="zh-CN" sz="1400" dirty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4</a:t>
            </a:r>
          </a:p>
          <a:p>
            <a:r>
              <a:rPr kumimoji="1" lang="en-US" altLang="zh-CN" sz="1400" dirty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G</a:t>
            </a:r>
            <a:r>
              <a:rPr kumimoji="1" lang="zh-CN" altLang="en-US" sz="1400" dirty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</a:t>
            </a:r>
            <a:r>
              <a:rPr kumimoji="1" lang="en-US" altLang="zh-CN" sz="1400" dirty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138</a:t>
            </a:r>
          </a:p>
          <a:p>
            <a:r>
              <a:rPr kumimoji="1" lang="en-US" altLang="zh-CN" sz="1400" dirty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B</a:t>
            </a:r>
            <a:r>
              <a:rPr kumimoji="1" lang="zh-CN" altLang="en-US" sz="1400" dirty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</a:t>
            </a:r>
            <a:r>
              <a:rPr kumimoji="1" lang="en-US" altLang="zh-CN" sz="1400" dirty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227</a:t>
            </a:r>
            <a:endParaRPr kumimoji="1" lang="zh-CN" altLang="en-US" sz="1400" dirty="0">
              <a:solidFill>
                <a:schemeClr val="bg1"/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6D5B347-B97D-D145-9774-5FB190976756}"/>
              </a:ext>
            </a:extLst>
          </p:cNvPr>
          <p:cNvSpPr txBox="1"/>
          <p:nvPr/>
        </p:nvSpPr>
        <p:spPr>
          <a:xfrm>
            <a:off x="474905" y="3710902"/>
            <a:ext cx="2954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建议的辅助图形</a:t>
            </a:r>
          </a:p>
        </p:txBody>
      </p:sp>
      <p:sp>
        <p:nvSpPr>
          <p:cNvPr id="21" name="圆角矩形 21">
            <a:extLst>
              <a:ext uri="{FF2B5EF4-FFF2-40B4-BE49-F238E27FC236}">
                <a16:creationId xmlns:a16="http://schemas.microsoft.com/office/drawing/2014/main" id="{3D481F97-A26D-344F-8185-275F89E26179}"/>
              </a:ext>
            </a:extLst>
          </p:cNvPr>
          <p:cNvSpPr/>
          <p:nvPr/>
        </p:nvSpPr>
        <p:spPr>
          <a:xfrm>
            <a:off x="5442394" y="4228830"/>
            <a:ext cx="1590413" cy="1590412"/>
          </a:xfrm>
          <a:prstGeom prst="diamond">
            <a:avLst/>
          </a:prstGeom>
          <a:solidFill>
            <a:schemeClr val="accent2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>
              <a:lnSpc>
                <a:spcPct val="110000"/>
              </a:lnSpc>
              <a:defRPr/>
            </a:pPr>
            <a:endParaRPr lang="zh-CN" altLang="en-US" sz="1600" b="1" kern="0" spc="300" dirty="0">
              <a:solidFill>
                <a:prstClr val="white"/>
              </a:solidFill>
              <a:latin typeface="Calibri" panose="020F0502020204030204" pitchFamily="34" charset="0"/>
              <a:ea typeface="Microsoft YaHei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22" name="直角三角形 21">
            <a:extLst>
              <a:ext uri="{FF2B5EF4-FFF2-40B4-BE49-F238E27FC236}">
                <a16:creationId xmlns:a16="http://schemas.microsoft.com/office/drawing/2014/main" id="{ADB05DD0-FA65-AF47-B912-DF2A98EBD58B}"/>
              </a:ext>
            </a:extLst>
          </p:cNvPr>
          <p:cNvSpPr/>
          <p:nvPr/>
        </p:nvSpPr>
        <p:spPr>
          <a:xfrm rot="16200000">
            <a:off x="7294918" y="4435526"/>
            <a:ext cx="1258897" cy="1258897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直角三角形 22">
            <a:extLst>
              <a:ext uri="{FF2B5EF4-FFF2-40B4-BE49-F238E27FC236}">
                <a16:creationId xmlns:a16="http://schemas.microsoft.com/office/drawing/2014/main" id="{150E1207-CDB1-B04F-B05F-883EE5D66618}"/>
              </a:ext>
            </a:extLst>
          </p:cNvPr>
          <p:cNvSpPr/>
          <p:nvPr/>
        </p:nvSpPr>
        <p:spPr>
          <a:xfrm rot="18900000">
            <a:off x="9490377" y="3632254"/>
            <a:ext cx="1640308" cy="1640308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86BAF13-A652-944F-A7E5-547DFE7EF735}"/>
              </a:ext>
            </a:extLst>
          </p:cNvPr>
          <p:cNvSpPr txBox="1"/>
          <p:nvPr/>
        </p:nvSpPr>
        <p:spPr>
          <a:xfrm>
            <a:off x="474904" y="1295249"/>
            <a:ext cx="6228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配色方案：使用频次应从左到右依次减少。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2DFC92C-F5D4-7146-869B-B695670DD567}"/>
              </a:ext>
            </a:extLst>
          </p:cNvPr>
          <p:cNvSpPr/>
          <p:nvPr/>
        </p:nvSpPr>
        <p:spPr>
          <a:xfrm>
            <a:off x="9258328" y="1927515"/>
            <a:ext cx="1036418" cy="103641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48DF318-A840-5541-9912-5344D0CD0E63}"/>
              </a:ext>
            </a:extLst>
          </p:cNvPr>
          <p:cNvSpPr txBox="1"/>
          <p:nvPr/>
        </p:nvSpPr>
        <p:spPr>
          <a:xfrm>
            <a:off x="9255173" y="2160384"/>
            <a:ext cx="73144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R</a:t>
            </a:r>
            <a:r>
              <a:rPr kumimoji="1" lang="zh-CN" altLang="en-US" sz="1400" dirty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</a:t>
            </a:r>
            <a:r>
              <a:rPr kumimoji="1" lang="en-US" altLang="zh-CN" sz="1400" dirty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12</a:t>
            </a:r>
          </a:p>
          <a:p>
            <a:r>
              <a:rPr kumimoji="1" lang="en-US" altLang="zh-CN" sz="1400" dirty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G</a:t>
            </a:r>
            <a:r>
              <a:rPr kumimoji="1" lang="zh-CN" altLang="en-US" sz="1400" dirty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</a:t>
            </a:r>
            <a:r>
              <a:rPr kumimoji="1" lang="en-US" altLang="zh-CN" sz="1400" dirty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40</a:t>
            </a:r>
          </a:p>
          <a:p>
            <a:r>
              <a:rPr kumimoji="1" lang="en-US" altLang="zh-CN" sz="1400" dirty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B</a:t>
            </a:r>
            <a:r>
              <a:rPr kumimoji="1" lang="zh-CN" altLang="en-US" sz="1400" dirty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</a:t>
            </a:r>
            <a:r>
              <a:rPr kumimoji="1" lang="en-US" altLang="zh-CN" sz="1400" dirty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100</a:t>
            </a:r>
            <a:endParaRPr kumimoji="1" lang="zh-CN" altLang="en-US" sz="1400" dirty="0">
              <a:solidFill>
                <a:schemeClr val="bg1"/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84E0BCF-C8B2-C642-A9B4-44188DFD3F3D}"/>
              </a:ext>
            </a:extLst>
          </p:cNvPr>
          <p:cNvSpPr/>
          <p:nvPr/>
        </p:nvSpPr>
        <p:spPr>
          <a:xfrm>
            <a:off x="10433985" y="1927515"/>
            <a:ext cx="1036418" cy="1036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751BE41-5DFC-5545-AFCF-7DB2C155085B}"/>
              </a:ext>
            </a:extLst>
          </p:cNvPr>
          <p:cNvSpPr txBox="1"/>
          <p:nvPr/>
        </p:nvSpPr>
        <p:spPr>
          <a:xfrm>
            <a:off x="10430830" y="2160384"/>
            <a:ext cx="73144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R</a:t>
            </a:r>
            <a:r>
              <a:rPr kumimoji="1" lang="zh-CN" altLang="en-US" sz="1400" dirty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</a:t>
            </a:r>
            <a:r>
              <a:rPr kumimoji="1" lang="en-US" altLang="zh-CN" sz="1400" dirty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223</a:t>
            </a:r>
          </a:p>
          <a:p>
            <a:r>
              <a:rPr kumimoji="1" lang="en-US" altLang="zh-CN" sz="1400" dirty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G</a:t>
            </a:r>
            <a:r>
              <a:rPr kumimoji="1" lang="zh-CN" altLang="en-US" sz="1400" dirty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</a:t>
            </a:r>
            <a:r>
              <a:rPr kumimoji="1" lang="en-US" altLang="zh-CN" sz="1400" dirty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32</a:t>
            </a:r>
          </a:p>
          <a:p>
            <a:r>
              <a:rPr kumimoji="1" lang="en-US" altLang="zh-CN" sz="1400" dirty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B</a:t>
            </a:r>
            <a:r>
              <a:rPr kumimoji="1" lang="zh-CN" altLang="en-US" sz="1400" dirty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</a:t>
            </a:r>
            <a:r>
              <a:rPr kumimoji="1" lang="en-US" altLang="zh-CN" sz="1400" dirty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61</a:t>
            </a:r>
            <a:endParaRPr kumimoji="1" lang="zh-CN" altLang="en-US" sz="1400" dirty="0">
              <a:solidFill>
                <a:schemeClr val="bg1"/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D909C4E0-9529-F44B-953B-206C44354125}"/>
              </a:ext>
            </a:extLst>
          </p:cNvPr>
          <p:cNvSpPr/>
          <p:nvPr/>
        </p:nvSpPr>
        <p:spPr>
          <a:xfrm rot="18900000">
            <a:off x="1246396" y="4475916"/>
            <a:ext cx="1096241" cy="1096241"/>
          </a:xfrm>
          <a:prstGeom prst="roundRect">
            <a:avLst>
              <a:gd name="adj" fmla="val 8633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04080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635C4811-3299-8E47-95D2-ABF6C81BB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27972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8251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CCC2543-87B8-224F-88E4-67E207C223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D70173CB-8A79-5B42-AEF0-62E0FD064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0021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CEC3A9D-B356-7743-8AF8-5E4AF0D7D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643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81778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88E3C7-4F8D-9D41-AE5C-B1BE609504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endParaRPr kumimoji="1" lang="zh-CN" altLang="en-US" sz="4800" dirty="0"/>
          </a:p>
        </p:txBody>
      </p:sp>
    </p:spTree>
    <p:extLst>
      <p:ext uri="{BB962C8B-B14F-4D97-AF65-F5344CB8AC3E}">
        <p14:creationId xmlns:p14="http://schemas.microsoft.com/office/powerpoint/2010/main" val="1196944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>
            <a:extLst>
              <a:ext uri="{FF2B5EF4-FFF2-40B4-BE49-F238E27FC236}">
                <a16:creationId xmlns:a16="http://schemas.microsoft.com/office/drawing/2014/main" id="{D9C6FA94-D85D-604A-A226-BA5D4AEFC3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谢 谢</a:t>
            </a:r>
          </a:p>
        </p:txBody>
      </p:sp>
    </p:spTree>
    <p:extLst>
      <p:ext uri="{BB962C8B-B14F-4D97-AF65-F5344CB8AC3E}">
        <p14:creationId xmlns:p14="http://schemas.microsoft.com/office/powerpoint/2010/main" val="40573603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Gientech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1B4593"/>
      </a:accent1>
      <a:accent2>
        <a:srgbClr val="266DE7"/>
      </a:accent2>
      <a:accent3>
        <a:srgbClr val="048AE3"/>
      </a:accent3>
      <a:accent4>
        <a:srgbClr val="00D3E4"/>
      </a:accent4>
      <a:accent5>
        <a:srgbClr val="0C2864"/>
      </a:accent5>
      <a:accent6>
        <a:srgbClr val="DF203C"/>
      </a:accent6>
      <a:hlink>
        <a:srgbClr val="046EA4"/>
      </a:hlink>
      <a:folHlink>
        <a:srgbClr val="BFBFBF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32222</TotalTime>
  <Words>103</Words>
  <Application>Microsoft Macintosh PowerPoint</Application>
  <PresentationFormat>宽屏</PresentationFormat>
  <Paragraphs>35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等线</vt:lpstr>
      <vt:lpstr>Microsoft YaHei</vt:lpstr>
      <vt:lpstr>Microsoft YaHei Light</vt:lpstr>
      <vt:lpstr>Arial</vt:lpstr>
      <vt:lpstr>Arial Black</vt:lpstr>
      <vt:lpstr>Calibri</vt:lpstr>
      <vt:lpstr>Office 主题​​</vt:lpstr>
      <vt:lpstr>PowerPoint 演示文稿</vt:lpstr>
      <vt:lpstr>PowerPoint 演示文稿</vt:lpstr>
      <vt:lpstr>配色及辅助图形说明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谢 谢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Kang,Li</dc:creator>
  <cp:lastModifiedBy>Microsoft Office User</cp:lastModifiedBy>
  <cp:revision>448</cp:revision>
  <cp:lastPrinted>2020-08-31T02:12:36Z</cp:lastPrinted>
  <dcterms:created xsi:type="dcterms:W3CDTF">2020-08-21T08:43:26Z</dcterms:created>
  <dcterms:modified xsi:type="dcterms:W3CDTF">2024-08-26T10:16:21Z</dcterms:modified>
</cp:coreProperties>
</file>